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0" r:id="rId2"/>
    <p:sldId id="256" r:id="rId3"/>
    <p:sldId id="261" r:id="rId4"/>
    <p:sldId id="263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3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947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10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309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47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06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97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28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69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66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9432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12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5421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361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702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4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9D2ED-9B85-4CFE-AA74-769161272D01}" type="datetimeFigureOut">
              <a:rPr lang="en-IN" smtClean="0"/>
              <a:t>19/02/2026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A7C9DD5-E76A-4688-8541-0D84C85EA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76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Advanced Calculator Using Python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4000" b="1" dirty="0" err="1" smtClean="0"/>
              <a:t>Priya</a:t>
            </a:r>
            <a:r>
              <a:rPr lang="en-IN" sz="4000" b="1" dirty="0" smtClean="0"/>
              <a:t> Verma</a:t>
            </a:r>
          </a:p>
          <a:p>
            <a:r>
              <a:rPr lang="en-IN" sz="4000" b="1" dirty="0" smtClean="0"/>
              <a:t>Internship – </a:t>
            </a:r>
            <a:r>
              <a:rPr lang="en-IN" sz="4000" b="1" dirty="0" err="1" smtClean="0"/>
              <a:t>Nexthikes</a:t>
            </a:r>
            <a:r>
              <a:rPr lang="en-IN" sz="4000" b="1" dirty="0" smtClean="0"/>
              <a:t> IT Solution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92572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8806" y="1012874"/>
            <a:ext cx="814519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/>
              <a:t>Introduction </a:t>
            </a:r>
            <a:r>
              <a:rPr lang="en-IN" sz="6000" dirty="0" smtClean="0"/>
              <a:t>– </a:t>
            </a:r>
            <a:r>
              <a:rPr lang="en-IN" sz="3200" b="1" dirty="0" smtClean="0">
                <a:solidFill>
                  <a:srgbClr val="0070C0"/>
                </a:solidFill>
              </a:rPr>
              <a:t>This Project is a GUI based calculator built using Python </a:t>
            </a:r>
            <a:r>
              <a:rPr lang="en-IN" sz="3200" b="1" dirty="0" err="1" smtClean="0">
                <a:solidFill>
                  <a:srgbClr val="0070C0"/>
                </a:solidFill>
              </a:rPr>
              <a:t>Tkinter</a:t>
            </a:r>
            <a:r>
              <a:rPr lang="en-IN" sz="3200" b="1" dirty="0" smtClean="0">
                <a:solidFill>
                  <a:srgbClr val="0070C0"/>
                </a:solidFill>
              </a:rPr>
              <a:t> to perform mathematical Operation</a:t>
            </a:r>
          </a:p>
          <a:p>
            <a:endParaRPr lang="en-US" sz="4400" b="1" dirty="0"/>
          </a:p>
          <a:p>
            <a:r>
              <a:rPr lang="en-US" sz="4400" b="1" dirty="0" smtClean="0"/>
              <a:t>Tool Used</a:t>
            </a:r>
            <a:r>
              <a:rPr lang="en-US" sz="3200" b="1" dirty="0" smtClean="0"/>
              <a:t> </a:t>
            </a:r>
          </a:p>
          <a:p>
            <a:r>
              <a:rPr lang="en-US" sz="3200" b="1" dirty="0" smtClean="0">
                <a:solidFill>
                  <a:srgbClr val="0070C0"/>
                </a:solidFill>
              </a:rPr>
              <a:t>1.Python</a:t>
            </a:r>
          </a:p>
          <a:p>
            <a:r>
              <a:rPr lang="en-US" sz="3200" b="1" dirty="0" smtClean="0">
                <a:solidFill>
                  <a:srgbClr val="0070C0"/>
                </a:solidFill>
              </a:rPr>
              <a:t>2.Visual Studio Code </a:t>
            </a:r>
          </a:p>
          <a:p>
            <a:r>
              <a:rPr lang="en-US" sz="3200" b="1" dirty="0" smtClean="0">
                <a:solidFill>
                  <a:srgbClr val="0070C0"/>
                </a:solidFill>
              </a:rPr>
              <a:t>3. GitHub</a:t>
            </a:r>
          </a:p>
          <a:p>
            <a:endParaRPr lang="en-IN" sz="3200" b="1" dirty="0" smtClean="0">
              <a:solidFill>
                <a:srgbClr val="0070C0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169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8806" y="1012874"/>
            <a:ext cx="81451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Feature of Python Calculator 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pPr marL="514350" indent="-514350"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</a:rPr>
              <a:t>Basic arithmetic operations</a:t>
            </a:r>
          </a:p>
          <a:p>
            <a:pPr marL="514350" indent="-514350"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</a:rPr>
              <a:t>Decimal and percentage</a:t>
            </a:r>
          </a:p>
          <a:p>
            <a:pPr marL="514350" indent="-514350"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</a:rPr>
              <a:t>Backspace and clear</a:t>
            </a:r>
          </a:p>
          <a:p>
            <a:pPr marL="514350" indent="-514350"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</a:rPr>
              <a:t>Calculator History</a:t>
            </a:r>
          </a:p>
          <a:p>
            <a:pPr marL="514350" indent="-514350"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</a:rPr>
              <a:t>Error Handling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endParaRPr lang="en-IN" sz="3200" b="1" dirty="0" smtClean="0">
              <a:solidFill>
                <a:srgbClr val="0070C0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60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32" y="383718"/>
            <a:ext cx="8770488" cy="611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39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8806" y="1012874"/>
            <a:ext cx="814519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Calculator Logic Code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pPr marL="514350" indent="-514350">
              <a:buAutoNum type="arabicPeriod"/>
            </a:pPr>
            <a:r>
              <a:rPr lang="en-US" sz="3200" b="1" dirty="0" err="1" smtClean="0">
                <a:solidFill>
                  <a:srgbClr val="0070C0"/>
                </a:solidFill>
              </a:rPr>
              <a:t>Tkinter</a:t>
            </a:r>
            <a:r>
              <a:rPr lang="en-US" sz="3200" b="1" dirty="0" smtClean="0">
                <a:solidFill>
                  <a:srgbClr val="0070C0"/>
                </a:solidFill>
              </a:rPr>
              <a:t> creates GUI</a:t>
            </a:r>
          </a:p>
          <a:p>
            <a:pPr marL="514350" indent="-514350"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</a:rPr>
              <a:t>Python handles logic</a:t>
            </a:r>
          </a:p>
          <a:p>
            <a:pPr marL="514350" indent="-514350"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</a:rPr>
              <a:t>History is stored in list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r>
              <a:rPr lang="en-US" sz="4400" b="1" dirty="0" smtClean="0"/>
              <a:t>Learning Outcome</a:t>
            </a:r>
            <a:endParaRPr lang="en-IN" sz="4400" b="1" dirty="0" smtClean="0"/>
          </a:p>
          <a:p>
            <a:endParaRPr lang="en-US" dirty="0" smtClean="0"/>
          </a:p>
          <a:p>
            <a:r>
              <a:rPr lang="en-US" sz="3200" b="1" dirty="0" smtClean="0">
                <a:solidFill>
                  <a:srgbClr val="0070C0"/>
                </a:solidFill>
              </a:rPr>
              <a:t>1 . GUI Development</a:t>
            </a:r>
          </a:p>
          <a:p>
            <a:r>
              <a:rPr lang="en-US" sz="3200" b="1" dirty="0" smtClean="0">
                <a:solidFill>
                  <a:srgbClr val="0070C0"/>
                </a:solidFill>
              </a:rPr>
              <a:t>2 . Python Logic Building</a:t>
            </a:r>
            <a:endParaRPr lang="en-IN" sz="3200" b="1" dirty="0">
              <a:solidFill>
                <a:srgbClr val="0070C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00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</TotalTime>
  <Words>79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Advanced Calculator Using Python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Using Excel</dc:title>
  <dc:creator>Arjun Kumar Singh1</dc:creator>
  <cp:lastModifiedBy>Arjun Kumar Singh1</cp:lastModifiedBy>
  <cp:revision>9</cp:revision>
  <dcterms:created xsi:type="dcterms:W3CDTF">2026-01-20T16:51:51Z</dcterms:created>
  <dcterms:modified xsi:type="dcterms:W3CDTF">2026-02-19T18:04:17Z</dcterms:modified>
</cp:coreProperties>
</file>